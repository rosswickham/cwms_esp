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9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725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3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99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7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1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5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9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7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5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2ED2B-360E-4740-AA5D-6C4471D73E4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CFC9A5-12D4-428E-B8DA-50509772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6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wrfc.noaa.gov/rf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Downloading ESP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784" y="1366716"/>
            <a:ext cx="10515600" cy="281227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Connects to NWFC website and saves ESP to DSS using R script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scripts/Download_ESP_5mins.py</a:t>
            </a:r>
            <a:r>
              <a:rPr lang="en-US" dirty="0" smtClean="0"/>
              <a:t> launches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scripts/</a:t>
            </a:r>
            <a:r>
              <a:rPr lang="en-US" dirty="0" err="1" smtClean="0">
                <a:solidFill>
                  <a:srgbClr val="00B050"/>
                </a:solidFill>
              </a:rPr>
              <a:t>esp_download</a:t>
            </a:r>
            <a:r>
              <a:rPr lang="en-US" dirty="0" smtClean="0">
                <a:solidFill>
                  <a:srgbClr val="00B050"/>
                </a:solidFill>
              </a:rPr>
              <a:t>/Download_ESP.bat</a:t>
            </a:r>
            <a:r>
              <a:rPr lang="en-US" dirty="0" smtClean="0"/>
              <a:t>, which then launches R and passes the output DSS file name ( to be saved in watershed shared)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scripts/</a:t>
            </a:r>
            <a:r>
              <a:rPr lang="en-US" dirty="0" err="1" smtClean="0">
                <a:solidFill>
                  <a:srgbClr val="00B050"/>
                </a:solidFill>
              </a:rPr>
              <a:t>esp_download</a:t>
            </a:r>
            <a:r>
              <a:rPr lang="en-US" dirty="0" smtClean="0">
                <a:solidFill>
                  <a:srgbClr val="00B050"/>
                </a:solidFill>
              </a:rPr>
              <a:t>/ESP </a:t>
            </a:r>
            <a:r>
              <a:rPr lang="en-US" dirty="0" err="1" smtClean="0">
                <a:solidFill>
                  <a:srgbClr val="00B050"/>
                </a:solidFill>
              </a:rPr>
              <a:t>Download.R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using R (w/ </a:t>
            </a:r>
            <a:r>
              <a:rPr lang="en-US" dirty="0" err="1" smtClean="0"/>
              <a:t>dssrip</a:t>
            </a:r>
            <a:r>
              <a:rPr lang="en-US" dirty="0" smtClean="0"/>
              <a:t> package)</a:t>
            </a:r>
          </a:p>
          <a:p>
            <a:r>
              <a:rPr lang="en-US" dirty="0" smtClean="0"/>
              <a:t>Configuration within </a:t>
            </a:r>
            <a:r>
              <a:rPr lang="en-US" dirty="0" smtClean="0">
                <a:solidFill>
                  <a:srgbClr val="00B050"/>
                </a:solidFill>
              </a:rPr>
              <a:t>scripts/</a:t>
            </a:r>
            <a:r>
              <a:rPr lang="en-US" dirty="0" err="1" smtClean="0">
                <a:solidFill>
                  <a:srgbClr val="00B050"/>
                </a:solidFill>
              </a:rPr>
              <a:t>esp_download</a:t>
            </a:r>
            <a:r>
              <a:rPr lang="en-US" dirty="0" smtClean="0">
                <a:solidFill>
                  <a:srgbClr val="00B050"/>
                </a:solidFill>
              </a:rPr>
              <a:t>/ESP </a:t>
            </a:r>
            <a:r>
              <a:rPr lang="en-US" dirty="0" err="1" smtClean="0">
                <a:solidFill>
                  <a:srgbClr val="00B050"/>
                </a:solidFill>
              </a:rPr>
              <a:t>Download.R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/>
              <a:t>file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04" y="4076620"/>
            <a:ext cx="1530868" cy="14955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237" y="3995761"/>
            <a:ext cx="2219708" cy="1576399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102709" y="4827373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3604" y="5572160"/>
            <a:ext cx="17120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B050"/>
                </a:solidFill>
              </a:rPr>
              <a:t>Download_ESP_5mins.py</a:t>
            </a:r>
            <a:endParaRPr lang="en-US" sz="11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505" y="4170172"/>
            <a:ext cx="1574662" cy="13084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84118" y="5544405"/>
            <a:ext cx="1491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00B050"/>
                </a:solidFill>
              </a:rPr>
              <a:t>Download_ESP.bat</a:t>
            </a:r>
            <a:endParaRPr lang="en-US" sz="11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763530" y="4813167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51760" y="5572160"/>
            <a:ext cx="1491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smtClean="0">
                <a:solidFill>
                  <a:srgbClr val="00B050"/>
                </a:solidFill>
              </a:rPr>
              <a:t>ESP Download.R </a:t>
            </a:r>
            <a:endParaRPr lang="en-US" sz="1100" dirty="0"/>
          </a:p>
        </p:txBody>
      </p:sp>
      <p:sp>
        <p:nvSpPr>
          <p:cNvPr id="13" name="Rectangle 12"/>
          <p:cNvSpPr/>
          <p:nvPr/>
        </p:nvSpPr>
        <p:spPr>
          <a:xfrm>
            <a:off x="2313673" y="5833770"/>
            <a:ext cx="3277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set </a:t>
            </a:r>
            <a:r>
              <a:rPr lang="en-US" dirty="0" err="1" smtClean="0"/>
              <a:t>dssfile</a:t>
            </a:r>
            <a:r>
              <a:rPr lang="en-US" dirty="0" smtClean="0"/>
              <a:t>="columbia10_6hr.dss"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076425" y="3887923"/>
            <a:ext cx="42065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u="sng" dirty="0" smtClean="0"/>
              <a:t>R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saveLocation</a:t>
            </a:r>
            <a:r>
              <a:rPr lang="en-US" sz="1400" dirty="0" smtClean="0"/>
              <a:t> = </a:t>
            </a:r>
            <a:r>
              <a:rPr lang="en-US" sz="1400" dirty="0" err="1" smtClean="0"/>
              <a:t>commandArgs</a:t>
            </a:r>
            <a:r>
              <a:rPr lang="en-US" sz="1400" dirty="0" smtClean="0"/>
              <a:t>(</a:t>
            </a:r>
            <a:r>
              <a:rPr lang="en-US" sz="1400" dirty="0" err="1" smtClean="0"/>
              <a:t>trailingOnly</a:t>
            </a:r>
            <a:r>
              <a:rPr lang="en-US" sz="1400" dirty="0" smtClean="0"/>
              <a:t>=T) ["columbia10_6hr.dss“]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‘</a:t>
            </a:r>
            <a:r>
              <a:rPr lang="en-US" sz="1400" dirty="0" err="1" smtClean="0"/>
              <a:t>siteIDs</a:t>
            </a:r>
            <a:r>
              <a:rPr lang="en-US" sz="1400" dirty="0" smtClean="0"/>
              <a:t>’ strings define sites to downloaded ESP feeds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See rfc_esp_links.xlsm file for the </a:t>
            </a:r>
            <a:r>
              <a:rPr lang="en-US" sz="1400" dirty="0" err="1" smtClean="0"/>
              <a:t>urls</a:t>
            </a:r>
            <a:r>
              <a:rPr lang="en-US" sz="1400" dirty="0" smtClean="0"/>
              <a:t>.  Note: will only download </a:t>
            </a:r>
            <a:r>
              <a:rPr lang="en-US" sz="1400" b="1" i="1" dirty="0" smtClean="0"/>
              <a:t>natural</a:t>
            </a:r>
            <a:r>
              <a:rPr lang="en-US" sz="1400" dirty="0" smtClean="0"/>
              <a:t> ESP traces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See ‘ESP_Description_Webinar_20160518.pdf’ for more info on ESP “flavors” (</a:t>
            </a:r>
            <a:r>
              <a:rPr lang="en-US" sz="1400" dirty="0" err="1" smtClean="0"/>
              <a:t>pg</a:t>
            </a:r>
            <a:r>
              <a:rPr lang="en-US" sz="1400" dirty="0" smtClean="0"/>
              <a:t> 12) and general info</a:t>
            </a:r>
            <a:endParaRPr 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4805749" y="4413193"/>
            <a:ext cx="14910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 smtClean="0"/>
              <a:t>saveLocation</a:t>
            </a:r>
            <a:r>
              <a:rPr lang="en-US" sz="1100" dirty="0" smtClean="0"/>
              <a:t> argument</a:t>
            </a:r>
            <a:endParaRPr 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930" y="5872869"/>
            <a:ext cx="4813368" cy="892705"/>
          </a:xfrm>
          <a:prstGeom prst="rect">
            <a:avLst/>
          </a:prstGeom>
        </p:spPr>
      </p:pic>
      <p:cxnSp>
        <p:nvCxnSpPr>
          <p:cNvPr id="20" name="Elbow Connector 19"/>
          <p:cNvCxnSpPr/>
          <p:nvPr/>
        </p:nvCxnSpPr>
        <p:spPr>
          <a:xfrm>
            <a:off x="6096000" y="5478607"/>
            <a:ext cx="914400" cy="914400"/>
          </a:xfrm>
          <a:prstGeom prst="bentConnector3">
            <a:avLst>
              <a:gd name="adj1" fmla="val -53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888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NWRFC IDs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12911"/>
            <a:ext cx="3755923" cy="4351338"/>
          </a:xfrm>
        </p:spPr>
        <p:txBody>
          <a:bodyPr>
            <a:normAutofit/>
          </a:bodyPr>
          <a:lstStyle/>
          <a:p>
            <a:r>
              <a:rPr lang="en-US" sz="1800" dirty="0" smtClean="0"/>
              <a:t>Navigate to NWRFC site: </a:t>
            </a:r>
            <a:r>
              <a:rPr lang="en-US" sz="1800" dirty="0" smtClean="0">
                <a:hlinkClick r:id="rId2"/>
              </a:rPr>
              <a:t>https://www.nwrfc.noaa.gov/rfc/</a:t>
            </a:r>
            <a:endParaRPr lang="en-US" sz="1800" dirty="0" smtClean="0"/>
          </a:p>
          <a:p>
            <a:r>
              <a:rPr lang="en-US" sz="1800" dirty="0" smtClean="0"/>
              <a:t>Click on a specific location</a:t>
            </a:r>
          </a:p>
          <a:p>
            <a:r>
              <a:rPr lang="en-US" sz="1800" dirty="0" smtClean="0"/>
              <a:t>NWRFC ID is in parentheses next to full site name (only first four characters are needed for R script)</a:t>
            </a:r>
          </a:p>
          <a:p>
            <a:r>
              <a:rPr lang="en-US" sz="1800" dirty="0" smtClean="0"/>
              <a:t>Example input to R script: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201" t="22470" r="-16201" b="-22470"/>
          <a:stretch/>
        </p:blipFill>
        <p:spPr>
          <a:xfrm>
            <a:off x="3998542" y="1690688"/>
            <a:ext cx="10159501" cy="61042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969909" y="2526890"/>
            <a:ext cx="481781" cy="24580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755923" y="2772698"/>
            <a:ext cx="6184490" cy="4031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42" y="3992083"/>
            <a:ext cx="2626038" cy="250969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0479" y="6488668"/>
            <a:ext cx="3928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scripts/</a:t>
            </a:r>
            <a:r>
              <a:rPr lang="en-US" dirty="0" err="1" smtClean="0">
                <a:solidFill>
                  <a:srgbClr val="00B050"/>
                </a:solidFill>
              </a:rPr>
              <a:t>esp_download</a:t>
            </a:r>
            <a:r>
              <a:rPr lang="en-US" dirty="0" smtClean="0">
                <a:solidFill>
                  <a:srgbClr val="00B050"/>
                </a:solidFill>
              </a:rPr>
              <a:t>/ESP </a:t>
            </a:r>
            <a:r>
              <a:rPr lang="en-US" dirty="0" err="1" smtClean="0">
                <a:solidFill>
                  <a:srgbClr val="00B050"/>
                </a:solidFill>
              </a:rPr>
              <a:t>Download.R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9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Route ESP 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099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Needs to be done if you want to preserve similar routing as HMS would do for flows</a:t>
            </a:r>
          </a:p>
          <a:p>
            <a:r>
              <a:rPr lang="en-US" dirty="0"/>
              <a:t>See </a:t>
            </a:r>
            <a:r>
              <a:rPr lang="en-US" dirty="0" smtClean="0">
                <a:solidFill>
                  <a:srgbClr val="00B050"/>
                </a:solidFill>
              </a:rPr>
              <a:t>shared/</a:t>
            </a:r>
            <a:r>
              <a:rPr lang="en-US" dirty="0" err="1" smtClean="0">
                <a:solidFill>
                  <a:srgbClr val="00B050"/>
                </a:solidFill>
              </a:rPr>
              <a:t>flow_modifier</a:t>
            </a:r>
            <a:r>
              <a:rPr lang="en-US" dirty="0">
                <a:solidFill>
                  <a:srgbClr val="00B050"/>
                </a:solidFill>
              </a:rPr>
              <a:t>/</a:t>
            </a:r>
            <a:r>
              <a:rPr lang="en-US" dirty="0" smtClean="0">
                <a:solidFill>
                  <a:srgbClr val="00B050"/>
                </a:solidFill>
              </a:rPr>
              <a:t>Flow </a:t>
            </a:r>
            <a:r>
              <a:rPr lang="en-US" dirty="0">
                <a:solidFill>
                  <a:srgbClr val="00B050"/>
                </a:solidFill>
              </a:rPr>
              <a:t>Modifier </a:t>
            </a:r>
            <a:r>
              <a:rPr lang="en-US" dirty="0" smtClean="0">
                <a:solidFill>
                  <a:srgbClr val="00B050"/>
                </a:solidFill>
              </a:rPr>
              <a:t>Documentation.docx</a:t>
            </a:r>
            <a:r>
              <a:rPr lang="en-US" dirty="0" smtClean="0"/>
              <a:t> for documentation on how to set up configuration</a:t>
            </a:r>
          </a:p>
          <a:p>
            <a:r>
              <a:rPr lang="en-US" dirty="0" smtClean="0"/>
              <a:t>CAVI runs the </a:t>
            </a:r>
            <a:r>
              <a:rPr lang="en-US" dirty="0" smtClean="0">
                <a:solidFill>
                  <a:srgbClr val="00B050"/>
                </a:solidFill>
              </a:rPr>
              <a:t>scripts/Flow_Modifier.py </a:t>
            </a:r>
            <a:r>
              <a:rPr lang="en-US" dirty="0" smtClean="0"/>
              <a:t>script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9950" y="5498020"/>
            <a:ext cx="17120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B050"/>
                </a:solidFill>
              </a:rPr>
              <a:t>Flow_Modifier.py</a:t>
            </a:r>
            <a:endParaRPr lang="en-US" sz="11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0" y="4002480"/>
            <a:ext cx="1530868" cy="14955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45659"/>
          <a:stretch/>
        </p:blipFill>
        <p:spPr>
          <a:xfrm>
            <a:off x="1872049" y="4211557"/>
            <a:ext cx="5607908" cy="23720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9791" t="3326" r="27910" b="-3326"/>
          <a:stretch/>
        </p:blipFill>
        <p:spPr>
          <a:xfrm>
            <a:off x="7817709" y="4499881"/>
            <a:ext cx="3904734" cy="16953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72047" y="3842225"/>
            <a:ext cx="1026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Flow_Modifier.py </a:t>
            </a:r>
            <a:r>
              <a:rPr lang="en-US" dirty="0" smtClean="0"/>
              <a:t>Configuration (references files shared/</a:t>
            </a:r>
            <a:r>
              <a:rPr lang="en-US" dirty="0" err="1" smtClean="0"/>
              <a:t>flow_modifier</a:t>
            </a:r>
            <a:r>
              <a:rPr lang="en-US" dirty="0" smtClean="0"/>
              <a:t> and shared directories) 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6853881" y="4794422"/>
            <a:ext cx="1153297" cy="477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274011" y="5239265"/>
            <a:ext cx="716692" cy="18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7150443" y="5667632"/>
            <a:ext cx="856735" cy="255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011" y="5958217"/>
            <a:ext cx="4813368" cy="892705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 flipV="1">
            <a:off x="4893276" y="6434121"/>
            <a:ext cx="3772929" cy="3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47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Run ESP </a:t>
            </a:r>
            <a:r>
              <a:rPr lang="en-US" dirty="0" err="1" smtClean="0"/>
              <a:t>ResSim</a:t>
            </a:r>
            <a:r>
              <a:rPr lang="en-US" dirty="0" smtClean="0"/>
              <a:t> Alternative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7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Save ESP Data to SQLite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68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Run GUI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85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58" y="4397896"/>
            <a:ext cx="1530868" cy="14955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454" y="4630992"/>
            <a:ext cx="2219708" cy="1576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500" y="4764973"/>
            <a:ext cx="1574662" cy="130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96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232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1. Downloading ESP Data</vt:lpstr>
      <vt:lpstr>Finding NWRFC IDs</vt:lpstr>
      <vt:lpstr>2. Route ESP Flows</vt:lpstr>
      <vt:lpstr>3. Run ESP ResSim Alternative</vt:lpstr>
      <vt:lpstr>4. Save ESP Data to SQLite</vt:lpstr>
      <vt:lpstr>5. Run GUI</vt:lpstr>
      <vt:lpstr>PowerPoint Presentation</vt:lpstr>
    </vt:vector>
  </TitlesOfParts>
  <Company>United States Army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Wickham, Ross S CIV (US)</dc:creator>
  <cp:lastModifiedBy>Wickham, Ross S CIV (US)</cp:lastModifiedBy>
  <cp:revision>26</cp:revision>
  <dcterms:created xsi:type="dcterms:W3CDTF">2019-10-31T16:31:37Z</dcterms:created>
  <dcterms:modified xsi:type="dcterms:W3CDTF">2019-10-31T18:23:16Z</dcterms:modified>
</cp:coreProperties>
</file>